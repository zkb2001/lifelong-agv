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023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0D9488"/>
                </a:solidFill>
                <a:latin typeface="Microsoft YaHei"/>
                <a:ea typeface="Microsoft YaHei"/>
              </a:rPr>
              <a:t>2025 Siemens Xcelerator · MioVerse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0B3D5C"/>
                </a:solidFill>
                <a:latin typeface="Microsoft YaHei"/>
                <a:ea typeface="Microsoft YaHei"/>
              </a:rPr>
              <a:t>仓库多 AGV 终身路径规划与任务调度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</a:rPr>
              <a:t>MRSC 会议式混合栈 × StageNet × FACN × 可解释协议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突出 AI 深度参与 · 消融证据 · 决赛 AI/LLM 40% 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项目介绍 PPT  ·  约 10–15 分钟讲解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目录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约 40 页 · 建议讲解 10–15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6304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竞赛背景与问题定义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46304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评分规则：为何必须讲好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02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4144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1460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系统演进：从 A* 到 MRSC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4028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4144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AI 架构：StageNet / FACN / 协议层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184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56616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实验结果与 FACN 案例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9184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6616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消融实验：组件贡献证据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3434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4456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61772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LLM/MCP 集成与可解释性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343400"/>
            <a:ext cx="539496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544568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9488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617720"/>
            <a:ext cx="3931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局限、展望与总结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竞赛背景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2025 Siemens Xcelerator Open Competition — MioVerse / JCIIOT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MioVerse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赛道 · 仓储智能物流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MAPD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终身多机取卸货调度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AI 权重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决赛专家分 AI/LLM =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111858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目标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：在约束下尽快完成包裹从取货站到分拣口的运输，零碰撞。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初赛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：自动化评测（送达分 / 急件奖惩 / 碰撞罚分）。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决赛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：专家主观（AI 深度、算法创新、实用性、代码质量）。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本项目策略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：自动评测冲完成率与 sim，同时用可解释 AI 模块对齐专家分。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主系统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：greed_coop_mcts · RRSC/MRSC + FACN（非单纯启发式堆砌）。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问题定义：仓库 Lifelong MAPD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标准赛题设定（可扩展到 SH 压力图更大车队）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rehouse-mapd-sc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5852160" cy="3291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051560"/>
          <a:ext cx="49377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要素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规格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地图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约 20×20 m · 1 m 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AGV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12 台（SH 可更大）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~100 包 lifelong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取货站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 个命名站点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分拣口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16 · 各 4 卸货邻格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速度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 m/s · 转/装/卸各 1s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关键约束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约束决定算法设计空间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单车单货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每台 AGV 同时只运一个包裹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FIFO 取货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各取货站任务必须按序领取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站点互斥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每秒每站最多一车取货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37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冲突定义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同时同格 / 对向换位均算碰撞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337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运动学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正交移动；原地转 ±90°/180°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3375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急件时限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超时扣分；按时额外加分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初赛评分：自动化评测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满分 120（含 20 加分项）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影响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送达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 分钟内正确卸货：每包 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完成率优先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急件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按时 +10 / 超时 −5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需要优先级意识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碰撞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每次 −10；车消失任务丢失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必须 VALID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同分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末包完成时间更早获胜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压低 makespan/sim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754880"/>
            <a:ext cx="11185855" cy="128016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72865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工程目标：VALID≈100% + full100 尽量高 + sim 尽量低 + wall 可控。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决赛评分：AI/LLM 占专家分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总分 = 自动评测 60% + 专家评测 40%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评价维度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评委关注点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AI / LLM 技术应用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深度、场景合理、有效、可解释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算法创新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相对传统突破、原创性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实用性与可扩展性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部署成本、计算开销、扩展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代码质量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规范、可维护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7200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因此本 PPT 重点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：不是只晒 sim，而是讲清 AI 模块职责、训练与消融证据。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叙事口令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：StageNet=姿态 · FACN=油门 · PGCP=喉道红绿灯 · ASA/AFA=几何门控。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核心难点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为什么纯搜索 / 纯反应式都不够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吞吐 vs 冲突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多车同时作业提升吞吐，但窄廊/同 dest 极易死锁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终身任务流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不是一次静态 MAPF；任务持续到达、需持续再协调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异构场景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开阔大车队（SH20）与高密迷宫（SH11/17）需要不同并发策略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06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可解释落地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决赛要求 AI 决策可解释；黑盒端到端难过专家评审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无 map-id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禁止按图硬编码；策略需几何/状态泛化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墙钟约束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ECBS 完备但慢；需要会议窗口 + 局部贪婪的混合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系统演进路线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由浅到深，保留可对照基线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时空 A* + 贪心指派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ECBS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窗口化冲突树搜索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M0 ↔ ECBS 快慢切换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RL-RH-PP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Transformer 优先级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Horizon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最大努力冲突视界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1325880"/>
            <a:ext cx="1783080" cy="329184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64592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423160"/>
            <a:ext cx="1600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MRSC+FACN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337560"/>
            <a:ext cx="1600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YaHei"/>
                <a:ea typeface="Microsoft YaHei"/>
              </a:rPr>
              <a:t>会议混合栈 + AI 油门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20640"/>
            <a:ext cx="111858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当前主系统：greed_coop_mcts · policy=rrsc/MRSC · FACN v2 可开关。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演进可视化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From Baseline to AI Hybrid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-ev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51560"/>
            <a:ext cx="894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基线对照（SH01–20 × 官方 100）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来源：ml_research compare_100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09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Method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full100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VALID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avg_done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avg_sim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avg_wall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PIBT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62811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40.5s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M0 A*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4/20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44.6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942†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1478s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848†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1716s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7364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543s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4018–4616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704–1032s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12080"/>
            <a:ext cx="1118585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† 未完成图的 sim 不能直接解读为「更快」。ECBS/Hier 完成率高但墙钟昂贵 → 混合 AI 栈动机。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为什么引入 AI？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协议解决正确性，网络解决自适应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传统搜索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ECBS 完备但慢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参数对场景敏感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并发上限常静态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难覆盖异构图族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纯学习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端到端难保证 VALID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可解释性弱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决赛专家风险高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难融入硬约束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258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本项目混合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几何协议保底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小网络学关键决策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ASA/AFA 门控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消融可证明贡献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主策略 RRSC / MRSC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Road-Rights → Stage 契约 → 优先级栈贪婪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RRSC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：全局路权/引导 → 阶段契约 → 局部 PIBT 式推进。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MRSC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：周期 Meeting（优先级 + StageNet + 窗 PP）+ 会间 follow/gap。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无窄巷硬编码、无 map-id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：开图与密图同一逻辑。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默认协议栈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：ASA + FG-CEBI + Multi-Band TBC + E4 + DLO + Pad-egress + Contested-dest。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AI 挂点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：StageNet / FACN /（可选）RuleNet·CGPN·TERN。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入口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：`python -m greed_coop_mcts --policy rrsc`。</a:t>
            </a:r>
          </a:p>
        </p:txBody>
      </p:sp>
      <p:pic>
        <p:nvPicPr>
          <p:cNvPr id="8" name="Picture 7" descr="02-three-l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34540"/>
            <a:ext cx="5120640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AI 管线总览图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TBC → FACN → Meeting → PGCP →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rsc-ai-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51560"/>
            <a:ext cx="894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Meeting 决策管线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每 MEET_H≈12 tick 或 stall 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① 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几何 + busy/stall
剩余任务/冲突热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② 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决定 StageNet
或 teacher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5156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③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FINAL/APPROACH
CLEAR + 优先级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④ PGCP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同 dest 门控
pad-egress / E4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3832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⑤ 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窗 PP + DLO
legalize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3832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⑥ 会间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跟契约 + PGFA
altruism /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Meeting Pipeline 示意图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已有架构素材复用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meeting-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51560"/>
            <a:ext cx="894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AI 模块职责一览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一个问题一个网络 / 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学什么 / 管什么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地位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阶段姿态 + 标量优先级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难图关键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FACN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MLP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并发油门 Δ → 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主创新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ASA / AFA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门控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何时信任网络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安全阀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PGCP / PGFA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协议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廊门 / 焦点利他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完成率关键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RuleNet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全局方向场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默认 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CGPN / TERN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小网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同 dest 微序 / 边残差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可选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StageNet：姿态选择网络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输出 FINAL / APPROACH / CLEAR + 优先级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agenet-facn-n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495"/>
            <a:ext cx="64008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105156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输入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：agent 特征。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输出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：候选阶段打分 + 优先级。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训练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：IL（stage CE + listwise pri）。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消融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：SH10/SH17 关闭后完成率崩。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与 FACN 正交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：姿态 ≠ 并发。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ASA：自适应 StageNet 授权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先几何门，再决定是否用网络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85855" cy="182880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6372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ASA 仅用 (n_agents, near_pad_deg2) 等几何量，决定 StageNet 或 teacher。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小 fleets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：更常走 teacher，降低噪声。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中等规模（约 10–14）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：更多启用 StageNet。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极端迷宫 / 中开图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：特判，避免错误姿态。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设计哲学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：网络不是永远在线；可解释门控 = 决赛加分项。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FACN：车队并发油门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Fleet Activation &amp; Concurrency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问题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：TBC 给出粗粒度 K，开阔大车队会永久闲置。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输出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：Δ∈{−2..+4}，K=clip(K_TBC+Δ)。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作用点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：只改 claim / max_assigned 阀门，不改 BFS。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结构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：静态 10 维 + 动态 12 维 → 小 MLP 分类。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训练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：离线扫 K 得 oracle Δ* → 行为克隆。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SH20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：30 车、TBC≈7 → FACN 抬到 K≈10，sim 显著下降。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051560"/>
            <a:ext cx="50292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</a:rPr>
              <a:t>一句话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48840"/>
            <a:ext cx="4572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StageNet = 姿态
FACN = 油门
PGCP dest-gate = 红绿灯
宏观阀门 × 微观准入 × 姿态选择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FACN 概念图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拥堵限流 · 开阔放活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n-throttle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51560"/>
            <a:ext cx="894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AFA：Adaptive FACN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与 ASA 同哲学的几何安全阀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规则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条件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效果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允许抬升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开阔：near_pad 低且 free/N 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 类拉高并发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允许降低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stall / 喉道占用高 / no_prog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对齐 LoRR 减活思想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否则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几何不确定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Δ=0，回退纯 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门禁图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SH01/02/03/08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Δ 受限，防回归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粘滞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TTL + MIN_GAP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防止 thrash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86400"/>
            <a:ext cx="111858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11D48"/>
                </a:solidFill>
                <a:latin typeface="Microsoft YaHei"/>
                <a:ea typeface="Microsoft YaHei"/>
              </a:rPr>
              <a:t>SH39 曾因错误降并发进入死亡螺旋 → 修复后回退 TBC，保留 SH20 收益。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FACN v2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SH01–40 · turn-aware 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−5.82%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avg sim vs noFACN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7315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20 / 13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better / same / worse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GATE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SH01/02/03/08 ≤15%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651760"/>
          <a:ext cx="111858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Slot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noFACN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FACN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Δsim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K/Δ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7/+1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−434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10/+4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8/+2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1533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1206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−327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7/+1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10/+3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案例深挖：SH20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开阔地板 + 大车队 = FACN 主战场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n≈30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车队规模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TBC≈7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静态并发上限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K≈10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FACN 抬升后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43200"/>
            <a:ext cx="111858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闲置池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：约 23 台车在静态 cap 下可能长期不参与 → 吞吐浪费。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FACN 动作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：冷启动即根据几何抬升 Δ（如 +3/+4）。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结果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：813→660（v2）或更早快照 883→671；完成率保持 100。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• 启示</a:t>
            </a: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：AI 最有杠杆的往往不是「走哪」，而是「允许多少车同时忙」。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协议智能：PGCP / PGFA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非神经网络，但是关键「智能决策」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PGCP · 廊道协议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同 dest 门控，避免多车挤同一卸点。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pad-egress / CEBI / E4 sticky 外撤。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消融：SH07/10/11/12/17 关则掉完成率。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• 最关键协议层组件。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PGFA · 焦点利他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单一受益人 + 进度门 + 非对称让路。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防止无条件利他导致死锁。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SH11/17 关则掉完成；SH02/03 sim 暴涨。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与 StageNet 互补：姿态 + 礼让。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探索模块与负结果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诚实展示：不是每个网络都有效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设计意图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现状结论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GlobalRuleNet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Transformer 全图方向场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默认 OFF；消融 done/sim=full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CGPN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同 dest 2–3 车微优先级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可选；部分图曾否决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边代价残差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SoftGuidance 曾与 BASE 打平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CAPRI（提案）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会议注意力准入序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未来工作，非默认主干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846320"/>
            <a:ext cx="11185855" cy="123444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72865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负结果也是 AI 研究叙事：RuleNet 证明「方向场≠本题杠杆」，从而把算力聚焦 StageNet+FACN。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训练方法汇总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全部小模型 · 以模仿学习为主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标签 / 目标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GlobalRuleNet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全局方向场教师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默认关闭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StageNet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stage CE + listwise pri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难图必需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FACN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IL + Oracle 扫参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Δ*=K*−K_TBC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主创新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CGPN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短窗锦标赛蒸馏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pairwise 相对序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可选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解析边代价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可选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RL-RH-PP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BC + PPO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Transformer 优先级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前代探索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协议栈 vs 旧 FULL（SH01–20）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ASA + FG-CEBI + Multi-Band TBC + E4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−9.0%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avg sim 1877→1708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515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劣于旧系统的图数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5156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16152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14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严格更优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697480"/>
          <a:ext cx="1118585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Slot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增益 Δsim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大增益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−677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Dense-TBC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−586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走廊争用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−448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严格优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−90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E4 sticky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当前主结果：SH01–40（FACN v2）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来源：greed_coop_mcts/results/SUMMARY.md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40/40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0515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21615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39/40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45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full100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0515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21615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~1481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满图 avg 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0515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0515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21615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B3D5C"/>
                </a:solidFill>
                <a:latin typeface="Microsoft YaHei"/>
                <a:ea typeface="Microsoft YaHei"/>
              </a:rPr>
              <a:t>~22s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16459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满图 avg wall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560320"/>
          <a:ext cx="111858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Slot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done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sim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wall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K/Δ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10/+3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14.0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10/+4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8/+2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SH31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3437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71.2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5/0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83850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6/0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消融实验总览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leave-one-component-out · policy=rrsc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lation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51560"/>
            <a:ext cx="894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消融：完成率掉队一览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相对 full · SH01–20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Slot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掉队变体 (done)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解读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no_pgcp=99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走廊争用末局差一口气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no_stagenet=60 / no_pgcp=46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窄廊同 dest；两者必需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no_pgcp=54 / no_pgfa=73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高密：协议更关键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no_pgcp=45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最依赖 PGCP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SH17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no_stagenet=32 / no_pgfa=20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最难图；去 PGFA 最惨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12080"/>
            <a:ext cx="111858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3D5C"/>
                </a:solidFill>
                <a:latin typeface="Microsoft YaHei"/>
                <a:ea typeface="Microsoft YaHei"/>
              </a:rPr>
              <a:t>RuleNet：20/20 图 done/sim 与 full 完全一致 → 对质量无贡献。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消融结论：组件重要性排序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用证据回答「AI 有没有用」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0972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E11D48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252728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PGCP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28016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完成率最关键协议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2024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109728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031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EA580C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121408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StageNet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难图姿态不可或缺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8892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788920"/>
            <a:ext cx="109728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990088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PGFA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1752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防死锁 + 压 sim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5760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109728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4048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858768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FACN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8862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开阔图吞吐杠杆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11185855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526280"/>
            <a:ext cx="109728" cy="7772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727448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B3D5C"/>
                </a:solidFill>
                <a:latin typeface="Microsoft YaHei"/>
                <a:ea typeface="Microsoft YaHei"/>
              </a:rPr>
              <a:t>RuleNet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75488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</a:rPr>
              <a:t>当前无质量收益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早期 MRSC vs 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展示演进中的对照（非最终栈）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MRSC（早期）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Hier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full100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16/20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avg done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91.5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avg 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满图更快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12 图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满图更慢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4 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858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随后用 PGCP/PGFA/TBC/E4/FACN 补齐难图完成率，并继续压 sim。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墙钟优势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实用可部署性（决赛 20% 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51560"/>
          <a:ext cx="111858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系统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完成能力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典型墙钟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点评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ECBS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 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~543s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慢但稳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Hier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20/20 full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704–1032s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更慢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MRSC+FACN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39/40 full*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~22s 满图均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快两个数量级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976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*SH17 仍是压力图；其余满图 wall 多在十几到几十秒。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混合栈 = 会议窗口搜索 + 局部贪婪 + 小神经网络，适合在线部署叙事。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LLM / MCP 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覆盖决赛「AI/LLM 技术应用」叙事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MCP 工具层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FastMCP：`calculate(agv_position, agv_task)`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LLM 可调用完整规划仿真管线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写出轨迹 CSV，便于人机协作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位置：`mcp/` 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</a:rPr>
              <a:t>与核心 AI 的关系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大模型不直接做逐步规划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性能来自 StageNet/FACN/协议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LLM 负责调用、解释、编排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• 「可调用 + 可解释」对齐 40% 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可解释性设计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专家评审可读的决策语言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几何门控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ASA / AFA 用可观察几何量决定是否信任网络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角色解耦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姿态 / 油门 / 廊门 / 微序 各管一事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无 map-id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禁止按图号特判，强调泛化与诚实性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06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消融表格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每个组件都能用 done/sim 说清贡献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会议日志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Meeting 周期决策可追溯（阶段、K、门控）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Microsoft YaHei"/>
                <a:ea typeface="Microsoft YaHei"/>
              </a:rPr>
              <a:t>负结果公开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RuleNet OFF、CGPN 否决也写进文档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局限与诚实边界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增强可信度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• SH17 类超难图</a:t>
            </a: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：仍可能无法 full100 / sim 爆炸。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• FACN held-out</a:t>
            </a: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：训 01–20 测 21–40 时 BEST 仅 4/20 → 泛化仍有差距。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• RuleNet</a:t>
            </a: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：方向场路线在当前运动模型下未体现质量收益。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• 协议敏感性</a:t>
            </a: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：PGCP/PGFA 关断会伤完成率 → 需要维护成本。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</a:rPr>
              <a:t>• 非完备</a:t>
            </a:r>
            <a:r>
              <a:rPr sz="1600" b="0">
                <a:solidFill>
                  <a:srgbClr val="1E293B"/>
                </a:solidFill>
                <a:latin typeface="Microsoft YaHei"/>
                <a:ea typeface="Microsoft YaHei"/>
              </a:rPr>
              <a:t>：相对 ECBS，混合栈不承诺最优，只承诺实用高质量。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展望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下一步可讲的创新点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CAPRI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会议时 contested pad 注意力排序准入（谁先）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FACN v1.5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区域容量 / GRAND-lite 分布再平衡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Held-out 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合成课程图 + 更好特征，提升跨图泛化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3756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LLM 解释层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把 Meeting 决策自动生成自然语言报告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Microsoft YaHei"/>
                <a:ea typeface="Microsoft YaHei"/>
              </a:rPr>
              <a:t>关键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10 分钟演讲收束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280160" cy="411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1.  从 A*/ECBS/Hier 演进到 MRSC 会议式混合栈。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2.  有效 AI = StageNet（姿态）+ FACN（油门）+ 可解释协议。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3.  SH01–20 vs FULL：avg sim −9%，0 劣图。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4612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4.  FACN v2：SH01–40 avg sim −5.8%，GATE PASS。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4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5.  消融证明：PGCP/StageNet 保完成率；RuleNet 无质量收益。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85855" cy="640080"/>
          </a:xfrm>
          <a:prstGeom prst="roundRect">
            <a:avLst>
              <a:gd name="adj" fmla="val 8000"/>
            </a:avLst>
          </a:prstGeom>
          <a:solidFill>
            <a:srgbClr val="CC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1072865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3D5C"/>
                </a:solidFill>
                <a:latin typeface="Microsoft YaHei"/>
                <a:ea typeface="Microsoft YaHei"/>
              </a:rPr>
              <a:t>6.  MCP 让 LLM 可调用求解器，对齐决赛 AI/LLM 40%。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3657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0B3D5C"/>
                </a:solidFill>
                <a:latin typeface="Microsoft YaHei"/>
                <a:ea typeface="Microsoft YaHei"/>
              </a:rPr>
              <a:t>谢谢 ·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0D9488"/>
                </a:solidFill>
                <a:latin typeface="Microsoft YaHei"/>
                <a:ea typeface="Microsoft YaHei"/>
              </a:rPr>
              <a:t>MioVerse AGV · MRSC × StageNet × FACN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</a:rPr>
              <a:t>代码：greed_coop_mcts/  ·  结果：results/  ·  配图：generateimage/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MioVerse · AGV Lifelong MAPD · AI Hybrid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